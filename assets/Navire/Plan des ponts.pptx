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5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C97C2-1F22-326A-10E5-CBB64F9DD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2F8A08-6773-28C3-33BA-4ED7D44A3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6FD8A2-EA88-7725-4F15-04463C58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CC703E-6C6B-71DE-41F4-B2ED9114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D90E12-5CFC-C9BB-C3EC-FCE5D864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72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928E12-9586-4B9D-6CDF-4C9104CE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6FC429-AB97-CE81-2E09-B326B69EC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A881A0-3AE3-F823-04F9-5FE700AA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393C44-9F9E-81EA-3E57-143A1BF0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A03039-69A3-F2BD-919D-332C2591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91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399EF-9A59-E56E-7D61-5EA39E5C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4FE288-DD14-C24C-6E19-0A9632B2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F71427-CFDF-798B-8B20-827A415D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24BE4E-2553-8008-7D80-05C23892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4C8DE0-FFF3-0116-90CD-7AC56F12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17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8A876-6372-CF7B-CDF4-F360A800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3CD9E-622C-94F0-78C5-4158DC2E5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1496D9-345A-C61B-C85E-E0E9CF483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07513A-D7FF-793F-04FF-46793A649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AEC5E2-52A2-E667-CCC1-63E83DBC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A13CFA-5843-AA5A-DD08-3F5E5D88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1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2568B-6EA1-F2A5-1038-EE845DB4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31FC4D-EB6E-230B-531B-7B90D7EDE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6835B7-B762-19C0-9C5C-E3AC6273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DF1A2C-8C59-2016-5D25-45AE13294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D73731F-9265-7585-0667-EE54B5AE4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AB6FF7-3D7F-C2C6-300A-9125A1DD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6FB6EC-C0ED-6BEA-8728-4DF7939A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12064C-472D-9877-A1F5-34A05299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52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4342F-AEC5-9638-B25A-9ACBEA32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2C0A0C-5F5D-CE16-29B6-B52C576E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46BCA3-BE2E-6D42-79C8-29D59AD0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99A3F1-0603-DF0D-512F-A111774E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55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13ABFE0-11D8-D273-1AF8-29D39110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35715C-55C9-2EFA-23B9-B5163E13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88FD44-5367-3B79-DE9B-9C091AEE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96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D2E1E3-3E81-51AD-993A-DEA7288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37BD89-073A-2D79-52DE-87CEEC59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E9BBAC-5024-CD6C-5746-094A5E117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B39674-5208-8129-9B5D-CABBBE48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1AAA20-417F-26E3-E0E0-7EABC077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818CCE-BCD6-FEAB-88C2-BFD47B03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42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A83A6-1102-F87C-D997-E07981C9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76177A-3F83-E402-0EED-CD263E8E6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65EB04-30FC-B21F-2DD1-8C981197F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2C2D4C-1308-F365-DFB5-4C6834D7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0B4EAF-A42C-ECC2-8A5B-20B72295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1CB6C4-CF44-7C10-06AF-D4FB492D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50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83B0C-1772-4BB6-C896-0D00BFCF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A706BE-D318-18F4-84FD-3BD8BECCD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AFE299-E685-1A8E-5BE4-189537A9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DB821-25C0-A40F-C424-1F3BE27C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10B2E-4EF6-337E-21CF-60188A2F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720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AF0B6A-0417-537B-6665-052AB9D7F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8AB226-C2E0-0B63-D4F8-14CF3B345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6D1518-9C19-1FC3-05C8-CD9C74C6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219C9F-BCBF-E077-F544-E16BD8C9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DB11BB-20E3-8B04-0151-8F97700D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25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84863F-08B3-5A98-49FB-AEE3B3A3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D98D95-A064-DD93-3B14-986573964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208381-2912-CD83-8D92-1BF71CD08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5C84E-F348-4379-8CD2-AF1163C76D8E}" type="datetimeFigureOut">
              <a:rPr lang="fr-FR" smtClean="0"/>
              <a:t>06/01/2024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380577-44A0-0D27-0E89-E3FBC84F2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7029B3-2ADD-58FA-4C1C-F8071354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9E3A-BE7F-4176-BA28-E29F8EA76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11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nt 3">
            <a:extLst>
              <a:ext uri="{FF2B5EF4-FFF2-40B4-BE49-F238E27FC236}">
                <a16:creationId xmlns:a16="http://schemas.microsoft.com/office/drawing/2014/main" id="{EFAC1FAE-1C16-2A67-A46A-911A9C148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4657"/>
            <a:ext cx="12192000" cy="274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BDA0F8-5890-896E-A21A-90225AD1E23A}"/>
              </a:ext>
            </a:extLst>
          </p:cNvPr>
          <p:cNvSpPr txBox="1"/>
          <p:nvPr/>
        </p:nvSpPr>
        <p:spPr>
          <a:xfrm>
            <a:off x="11178581" y="2396995"/>
            <a:ext cx="1013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3</a:t>
            </a:r>
          </a:p>
        </p:txBody>
      </p:sp>
      <p:pic>
        <p:nvPicPr>
          <p:cNvPr id="1028" name="Picture 4" descr="Pont 4">
            <a:extLst>
              <a:ext uri="{FF2B5EF4-FFF2-40B4-BE49-F238E27FC236}">
                <a16:creationId xmlns:a16="http://schemas.microsoft.com/office/drawing/2014/main" id="{6141E03B-5824-4BA4-F71A-1AE7B2A0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5703"/>
            <a:ext cx="12192000" cy="266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1157743" y="3969443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4</a:t>
            </a:r>
          </a:p>
        </p:txBody>
      </p:sp>
      <p:pic>
        <p:nvPicPr>
          <p:cNvPr id="11" name="Image 10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BBC0A878-8E52-5985-0AD8-AF76BDE7A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014" y="5964518"/>
            <a:ext cx="4299455" cy="815497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4667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nt 5">
            <a:extLst>
              <a:ext uri="{FF2B5EF4-FFF2-40B4-BE49-F238E27FC236}">
                <a16:creationId xmlns:a16="http://schemas.microsoft.com/office/drawing/2014/main" id="{C4353030-EE1D-A462-6EBA-059C3323A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56" y="1069199"/>
            <a:ext cx="12192000" cy="277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BDA0F8-5890-896E-A21A-90225AD1E23A}"/>
              </a:ext>
            </a:extLst>
          </p:cNvPr>
          <p:cNvSpPr txBox="1"/>
          <p:nvPr/>
        </p:nvSpPr>
        <p:spPr>
          <a:xfrm>
            <a:off x="10945498" y="2455881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5</a:t>
            </a:r>
          </a:p>
        </p:txBody>
      </p:sp>
      <p:pic>
        <p:nvPicPr>
          <p:cNvPr id="2054" name="Picture 6" descr="Pont 6">
            <a:extLst>
              <a:ext uri="{FF2B5EF4-FFF2-40B4-BE49-F238E27FC236}">
                <a16:creationId xmlns:a16="http://schemas.microsoft.com/office/drawing/2014/main" id="{7F77780E-8ECE-E8E0-D7B6-7F96295A5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" y="3341781"/>
            <a:ext cx="12192000" cy="323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1157743" y="3969443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6</a:t>
            </a:r>
          </a:p>
        </p:txBody>
      </p:sp>
      <p:pic>
        <p:nvPicPr>
          <p:cNvPr id="2" name="Image 1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7A8DB1C1-F25C-351B-5C9F-D3CA561F0A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995015"/>
            <a:ext cx="4138669" cy="785000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522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ont 7">
            <a:extLst>
              <a:ext uri="{FF2B5EF4-FFF2-40B4-BE49-F238E27FC236}">
                <a16:creationId xmlns:a16="http://schemas.microsoft.com/office/drawing/2014/main" id="{D0039CEB-0C1A-526D-4BAA-71B9AD5E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2634"/>
            <a:ext cx="12192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ont 8">
            <a:extLst>
              <a:ext uri="{FF2B5EF4-FFF2-40B4-BE49-F238E27FC236}">
                <a16:creationId xmlns:a16="http://schemas.microsoft.com/office/drawing/2014/main" id="{2AD1ABD5-F7CD-7C99-DCA0-2C370670D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9262"/>
            <a:ext cx="121920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BDA0F8-5890-896E-A21A-90225AD1E23A}"/>
              </a:ext>
            </a:extLst>
          </p:cNvPr>
          <p:cNvSpPr txBox="1"/>
          <p:nvPr/>
        </p:nvSpPr>
        <p:spPr>
          <a:xfrm>
            <a:off x="10945498" y="2455881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7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0503224" y="4079183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8</a:t>
            </a:r>
          </a:p>
        </p:txBody>
      </p:sp>
    </p:spTree>
    <p:extLst>
      <p:ext uri="{BB962C8B-B14F-4D97-AF65-F5344CB8AC3E}">
        <p14:creationId xmlns:p14="http://schemas.microsoft.com/office/powerpoint/2010/main" val="235228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Pont 10">
            <a:extLst>
              <a:ext uri="{FF2B5EF4-FFF2-40B4-BE49-F238E27FC236}">
                <a16:creationId xmlns:a16="http://schemas.microsoft.com/office/drawing/2014/main" id="{8DFD8774-2CC3-D1E1-72B9-CEBA03A8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3669464"/>
            <a:ext cx="12192000" cy="274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ont 9">
            <a:extLst>
              <a:ext uri="{FF2B5EF4-FFF2-40B4-BE49-F238E27FC236}">
                <a16:creationId xmlns:a16="http://schemas.microsoft.com/office/drawing/2014/main" id="{CCC173D8-C3A5-7B8C-A64E-DDC6BCE5C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7161"/>
            <a:ext cx="12192000" cy="274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BDA0F8-5890-896E-A21A-90225AD1E23A}"/>
              </a:ext>
            </a:extLst>
          </p:cNvPr>
          <p:cNvSpPr txBox="1"/>
          <p:nvPr/>
        </p:nvSpPr>
        <p:spPr>
          <a:xfrm>
            <a:off x="10945498" y="2455881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9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0886186" y="4918184"/>
            <a:ext cx="1135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10</a:t>
            </a:r>
          </a:p>
        </p:txBody>
      </p:sp>
      <p:pic>
        <p:nvPicPr>
          <p:cNvPr id="2" name="Image 1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590C6930-FFDB-D9E8-D4ED-BAE2B1403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365" y="6064164"/>
            <a:ext cx="3774104" cy="715851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404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ont 11">
            <a:extLst>
              <a:ext uri="{FF2B5EF4-FFF2-40B4-BE49-F238E27FC236}">
                <a16:creationId xmlns:a16="http://schemas.microsoft.com/office/drawing/2014/main" id="{F0E4DBAF-CAEE-713D-D427-61628301F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" y="1296804"/>
            <a:ext cx="12192000" cy="274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ont 12">
            <a:extLst>
              <a:ext uri="{FF2B5EF4-FFF2-40B4-BE49-F238E27FC236}">
                <a16:creationId xmlns:a16="http://schemas.microsoft.com/office/drawing/2014/main" id="{A2635997-C8D3-643A-67D0-C3E919CD7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57456"/>
            <a:ext cx="12192000" cy="354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1062734" y="3843124"/>
            <a:ext cx="1135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12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BDA0F8-5890-896E-A21A-90225AD1E23A}"/>
              </a:ext>
            </a:extLst>
          </p:cNvPr>
          <p:cNvSpPr txBox="1"/>
          <p:nvPr/>
        </p:nvSpPr>
        <p:spPr>
          <a:xfrm>
            <a:off x="10945498" y="2455881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11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pic>
        <p:nvPicPr>
          <p:cNvPr id="2" name="Image 1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590C6930-FFDB-D9E8-D4ED-BAE2B1403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365" y="6064164"/>
            <a:ext cx="3774104" cy="715851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709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ont 14">
            <a:extLst>
              <a:ext uri="{FF2B5EF4-FFF2-40B4-BE49-F238E27FC236}">
                <a16:creationId xmlns:a16="http://schemas.microsoft.com/office/drawing/2014/main" id="{5E319ED9-1326-E5EF-3DFA-9BB80A807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5955"/>
            <a:ext cx="12192000" cy="295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3EA23C-7847-515B-B07D-50E98E4CA106}"/>
              </a:ext>
            </a:extLst>
          </p:cNvPr>
          <p:cNvSpPr txBox="1"/>
          <p:nvPr/>
        </p:nvSpPr>
        <p:spPr>
          <a:xfrm>
            <a:off x="10757934" y="2020301"/>
            <a:ext cx="1128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StencilCreek-70" panose="00000600000000000000" pitchFamily="2" charset="0"/>
              </a:rPr>
              <a:t>PONT 14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57E3DF7-BE1B-7AF5-A032-F08619A3D646}"/>
              </a:ext>
            </a:extLst>
          </p:cNvPr>
          <p:cNvSpPr/>
          <p:nvPr/>
        </p:nvSpPr>
        <p:spPr>
          <a:xfrm>
            <a:off x="306172" y="148200"/>
            <a:ext cx="1241734" cy="129212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35B456-C15A-6BD5-CFB4-00E2C66285AC}"/>
              </a:ext>
            </a:extLst>
          </p:cNvPr>
          <p:cNvSpPr txBox="1"/>
          <p:nvPr/>
        </p:nvSpPr>
        <p:spPr>
          <a:xfrm>
            <a:off x="2165920" y="501876"/>
            <a:ext cx="805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  <a:latin typeface="StencilCreek-70" panose="00000600000000000000" pitchFamily="2" charset="0"/>
              </a:rPr>
              <a:t>STARWHITE – EXPLORER - PLAN DES PONTS</a:t>
            </a:r>
          </a:p>
        </p:txBody>
      </p:sp>
      <p:pic>
        <p:nvPicPr>
          <p:cNvPr id="2" name="Image 1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590C6930-FFDB-D9E8-D4ED-BAE2B1403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365" y="6064164"/>
            <a:ext cx="3774104" cy="715851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811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64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StencilCreek-70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Ziad Touat</dc:creator>
  <cp:lastModifiedBy>Ziad Touat</cp:lastModifiedBy>
  <cp:revision>1</cp:revision>
  <dcterms:created xsi:type="dcterms:W3CDTF">2024-01-06T19:23:34Z</dcterms:created>
  <dcterms:modified xsi:type="dcterms:W3CDTF">2024-01-06T20:22:13Z</dcterms:modified>
</cp:coreProperties>
</file>